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3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CE226-87E7-4CC5-B41F-73295F9D891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EF8B1-21FA-42D2-834A-E75C27E1D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11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851F9-D108-D952-0D53-E9207D018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A95E5A-8CC8-793B-5188-16ECFAFD8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97B948-F531-9539-5E68-8801C11E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80B973-E1C9-CEDF-42D3-45AB6C15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040DA8-A01E-D65A-155A-FFE0F2F2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69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D499B-C1CD-1BA4-F363-23B02F4D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271B1-2527-E3FC-99F3-7B83040BA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017553-4119-EEC0-166A-B01040C2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1CAE1-368A-4390-B9E2-9FE72123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2BCC5-4C87-62B8-B140-9FC89EB2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2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AAFE2-D26E-1E41-5004-163814B6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8E357-E9D5-4DD4-18A1-A3AB2876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947D12-1FE7-34FB-2DE5-7DEB80C4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C0B714-95D9-2832-BAE0-2D37BA1B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2926BD-D79E-0446-271F-E01FC99C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0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62F3E-880F-B6AE-F393-A4B82F38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142822-4E2D-A51C-DBD4-43D130668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FFC50D-7F1A-B8E7-10A3-85A658C11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C35998-F7D6-8E1E-7551-78CE3BB2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0C7E86-56FB-EF00-1838-EEDB793C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BBE281-6A5D-724B-E8A2-D66956F1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46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202F0-C490-0109-0A09-BDEE5802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771E5F-22F4-E447-B4B1-696185C79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41373E-1B91-CB87-C275-4B3284EEF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020DD6-6055-63ED-1B35-77971ADAA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0A2FAD-FD31-8071-46FB-FFC4D9AF8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CFFD30-DA6E-6A3A-C62A-A3EFAF54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7C87B-A339-00E0-A521-B4F9CB721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432017-1013-65CF-036C-993E2B28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42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2C1EB-7BB8-5D55-4844-464195AE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DB8F8E-A2AF-40C9-7B7F-72211246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DC0915-57ED-AFC9-4EF9-2102CC3D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9C9381-E205-8F18-28A0-BDF2C2B6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33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F30E6C-C915-0570-21CA-7E8C51E7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C44D0B-DC8A-1A91-1946-D60928CD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622351-D4C2-92D0-2C5D-DDCE2FE0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43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A99B2-1BDD-8394-AEBC-287BC5BF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310A2F-2410-17DE-62AD-EC1DAD9C4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076D2C-1211-6EA1-BBBC-88332B62F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789F68-7001-0EF3-6D13-46D32CE2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66240D-CF49-D713-3881-3FE9D9D8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9222DC-9F48-C6E6-2218-1B92B32E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84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278C9-1BA0-77AE-C0E7-D44BC041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0C7DBC-2C87-B4EF-F06A-B294C71C5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6B7D98-E75C-4E68-F6C6-B0150AFC2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517582-0A71-B183-D29C-40DF457B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1388D-6F6A-535D-FD27-81D1C29A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BA1A8F-4896-10F4-B722-5DD48B93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2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6A940-B284-0C24-1F83-2C19BF393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EB3F41-5435-5C89-C406-D0CCC1DCE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89074-770E-0931-11FA-80F37DCF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A15B6-1E25-0E97-7F1B-48458159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CDE9FC-6128-1760-BEC8-6946984F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15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21ADE1-E83D-7108-47C4-DF32DFE5E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293699-C47E-F571-F7B2-170474CF4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BD9A4E-DB2F-1141-79D8-EEE2A9E1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A01FDC-CCCF-1D0D-2DB4-DFF4323B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08351-189D-6485-DF33-5D49E31E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11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9B410F-770B-7539-65D7-CB24BBE2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C754D-CD12-32EE-578E-CB014E491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A096ED-8C0C-DB3B-36E6-75CDF3FFD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E0F71-978E-4962-9B39-F2CAE29B29B3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BDE86F-37E2-F420-8059-6AFCA607D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09D85-A1D7-4D94-8980-A8CCE3049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DB235-4E45-4FAC-930C-E58339A15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43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seratihrtg-qz.github.io/pa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1D4E-E7D6-E0F7-59EA-F69AF3E9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로고이(가) 표시된 사진">
            <a:extLst>
              <a:ext uri="{FF2B5EF4-FFF2-40B4-BE49-F238E27FC236}">
                <a16:creationId xmlns:a16="http://schemas.microsoft.com/office/drawing/2014/main" id="{F30E722C-3700-1FA8-91DE-9DB530819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1CBC245-69CC-16CA-D667-4FFD3DF11B2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323522" y="889552"/>
            <a:ext cx="4621695" cy="308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2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접속 </a:t>
            </a:r>
            <a:r>
              <a:rPr lang="en-US" altLang="ko-KR" sz="12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URL: </a:t>
            </a:r>
            <a:r>
              <a:rPr lang="en-US" altLang="ko-KR" sz="12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https://maseratihrtg-qz.github.io/pad</a:t>
            </a:r>
            <a:endParaRPr lang="en-US" altLang="ko-KR" sz="12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F954D8-277D-6F83-82AF-E429C3C20399}"/>
              </a:ext>
            </a:extLst>
          </p:cNvPr>
          <p:cNvSpPr/>
          <p:nvPr/>
        </p:nvSpPr>
        <p:spPr>
          <a:xfrm>
            <a:off x="4810539" y="198783"/>
            <a:ext cx="2673625" cy="6460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69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12FC-923B-6546-AA03-291BAB1A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정보기기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64424F-3804-DF4C-9799-E4DE9026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C568FBA-4CC6-004A-5C02-8D037C9CC234}"/>
              </a:ext>
            </a:extLst>
          </p:cNvPr>
          <p:cNvSpPr/>
          <p:nvPr/>
        </p:nvSpPr>
        <p:spPr>
          <a:xfrm>
            <a:off x="8179905" y="5695122"/>
            <a:ext cx="1838740" cy="5466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8FAC89-0735-1A18-9470-A388B455A0BD}"/>
              </a:ext>
            </a:extLst>
          </p:cNvPr>
          <p:cNvSpPr/>
          <p:nvPr/>
        </p:nvSpPr>
        <p:spPr>
          <a:xfrm>
            <a:off x="10724322" y="261732"/>
            <a:ext cx="440636" cy="4837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58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E31F-C59F-0EB4-5C31-D5A852D3D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21036B-FE8C-7B03-0E84-2B51766C2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E8DFC4C-0682-AA26-E24E-5C53921C5D14}"/>
              </a:ext>
            </a:extLst>
          </p:cNvPr>
          <p:cNvSpPr/>
          <p:nvPr/>
        </p:nvSpPr>
        <p:spPr>
          <a:xfrm>
            <a:off x="8348870" y="546653"/>
            <a:ext cx="775252" cy="4870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98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49BF-21AF-19C1-39BC-AB45FE8E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9C2927-CAE4-9F5D-D8F8-CB2C9EAE1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83AAE44-FB1D-0B29-BDFA-111CEF746BE3}"/>
              </a:ext>
            </a:extLst>
          </p:cNvPr>
          <p:cNvSpPr/>
          <p:nvPr/>
        </p:nvSpPr>
        <p:spPr>
          <a:xfrm>
            <a:off x="1580322" y="447261"/>
            <a:ext cx="1689652" cy="11827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0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4597-4AC6-EFDA-952C-E0F0A14A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왕관이(가) 표시된 사진">
            <a:extLst>
              <a:ext uri="{FF2B5EF4-FFF2-40B4-BE49-F238E27FC236}">
                <a16:creationId xmlns:a16="http://schemas.microsoft.com/office/drawing/2014/main" id="{C3C3E746-F935-A894-9E92-997E39A72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1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8E4F-E25B-7727-BE0F-A07FB314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47BEBB-036A-9156-1351-FA71E3EA5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73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B686-C2A6-F460-C3BE-A28CD1C8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15524D-1560-6B03-253B-B8965A164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574" y="0"/>
            <a:ext cx="12261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8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</Words>
  <Application>Microsoft Office PowerPoint</Application>
  <PresentationFormat>와이드스크린</PresentationFormat>
  <Paragraphs>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도헌 오</dc:creator>
  <cp:lastModifiedBy>도헌 오</cp:lastModifiedBy>
  <cp:revision>1</cp:revision>
  <dcterms:created xsi:type="dcterms:W3CDTF">2026-02-19T01:49:22Z</dcterms:created>
  <dcterms:modified xsi:type="dcterms:W3CDTF">2026-02-19T02:10:31Z</dcterms:modified>
</cp:coreProperties>
</file>